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23bce5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23bce5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623bce52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623bce52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23bce52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23bce52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23bce52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23bce52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23bce5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23bce5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23bce52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23bce52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airbnb.com/get-the-dat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Dashboards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link - 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https://insideairbnb.com/get-the-data/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4" y="746475"/>
            <a:ext cx="878083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50" y="53700"/>
            <a:ext cx="7279676" cy="48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00" y="366550"/>
            <a:ext cx="7340774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075" y="-233500"/>
            <a:ext cx="6190901" cy="508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525" y="-246650"/>
            <a:ext cx="7440526" cy="53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2361"/>
            <a:ext cx="8832300" cy="1906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On-screen Show (16:9)</PresentationFormat>
  <Paragraphs>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AIRBNB 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1</cp:revision>
  <dcterms:modified xsi:type="dcterms:W3CDTF">2025-04-03T18:51:52Z</dcterms:modified>
</cp:coreProperties>
</file>