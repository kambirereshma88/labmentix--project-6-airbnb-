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4660"/>
  </p:normalViewPr>
  <p:slideViewPr>
    <p:cSldViewPr snapToGrid="0">
      <p:cViewPr>
        <p:scale>
          <a:sx n="75" d="100"/>
          <a:sy n="75" d="100"/>
        </p:scale>
        <p:origin x="749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103D-8EFF-E950-295A-9F13AAEDA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4DE4B-8F65-E26B-B8C9-9B000C5CA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B432B-026C-8051-7A7C-F93A31640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62C0E-7F66-A702-ED24-A3D94757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55C4-671A-7F9C-9E23-BFBAA9EF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47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4B74-4638-0866-8C29-39BB94D3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13BD6-2297-7A9A-0932-A23E52F17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82E9D-D596-0D07-BE16-AC44413D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82E1B-E0F4-F700-9226-580F688F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33373-7195-827E-54FD-F9CC5C35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46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3C70-599D-6A59-373E-1352A997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12A3A-3B88-5E95-2C17-254922599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A73D6-473C-2306-7C40-363ED29D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E6616-EB2F-A3CA-78B4-1F27210E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3ACEA-9E95-CA1F-7F16-7818CDE4B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474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595F-BF5B-E83C-7E15-789B8CEB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66A80-E3CD-6E58-4CCB-5E15993ED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9B04B-11F2-8318-E6ED-D44AE3D6D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ADFBF-7F86-F40F-D722-E5B79D22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A0FDF-5FC2-CB23-75D0-EF9B393A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B1705-D1EC-F005-97CC-910FA8FB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25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25F4-B1E2-8775-DFC7-41D021DD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C21DD-A2A0-A1BB-404E-23665581F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29E9A-5F52-7C5F-D6CA-DCCF25DEA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02A72-6DD2-B0AA-386E-53BB49CF5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C8E566-D1B1-AAB1-7ED2-C9689B0A4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5AF5C-7FF6-D342-923B-569C8B293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233DB-1912-9458-D815-863E7EBC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55D89C-AEF2-100F-FE67-0BE8EA11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2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506E-70FD-5CDF-9697-C657B9F7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19BA5-9C61-8D43-9F2D-C8ABD4FB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BA19A-7A29-40DB-64BA-D251834A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9D559-E15C-FA82-BB06-20316DC49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5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E71C3-5EC2-B1E3-D125-6FF1DF46E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53843-0D11-0642-D875-69EDD141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C82B5-4CAE-D7D6-0769-5A44B393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710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A7C4-E266-80D0-9863-C220EE2AE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5B439-31F6-817E-DA56-85F2E846D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8C922-F993-DBB9-5A8B-3DA339454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FD05D-A369-951D-EAF6-FA1C4B57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2B48B-A5BE-56A5-1F22-DD9293A8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992AC-DDB6-4315-F128-512BDB2D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56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EF76-D28B-4E54-C970-C86FA3FD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03AD9-1B4C-2848-F424-CC8DD250E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8F40D-E9FF-29E7-098E-1E0A28F48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48E43-3CC9-E57B-D00C-C124384E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3D3B2-6035-1717-EA80-C4C83421C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9CD1-8DF1-E81B-5138-EF788637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42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D8F4-9DC2-D9DC-F899-F860A9CD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B49E-AE22-1991-D6C8-8CB0BB4A2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6992E-2ADF-389E-9821-5980E189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CF05-8A24-8E47-CC4C-DCA3D719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F6AFC-78AE-F4CA-65B0-0E400860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10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6DBAB-AC01-AE58-4559-CA7158F67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8CC48-BDD7-1EE2-AE2F-0263D3D54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C9BB8-BFE0-2D91-8E15-40B36DDD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C9DF1-F4C0-FA56-6A3C-9029CE9B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4B1C3-021D-4AAA-4C05-ADC77768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075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BBD41-FB9F-E96E-285A-09A03010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46769-93B0-B25E-3234-6ECCAA90B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46DF1-9456-E94F-E875-1E26C5EDF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B30B0-A18D-40E0-8E09-39E8B0DB405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FDA9F-A36D-C01C-3ED0-851AB58D8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3F511-0AA8-01C1-2716-37E750C86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05228-E188-411C-964B-265752CC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4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8DAC-DE0F-2250-FDBA-1165162A8A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Airbnb Dashboard 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03301-CCE8-28FC-4672-E700F8635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31080"/>
            <a:ext cx="9144000" cy="141732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 algn="r"/>
            <a:r>
              <a:rPr lang="en-US" dirty="0"/>
              <a:t>Presented by: Mrs. Reshma  </a:t>
            </a:r>
            <a:r>
              <a:rPr lang="en-US" dirty="0" err="1"/>
              <a:t>Suryawanshi</a:t>
            </a:r>
            <a:endParaRPr lang="en-US" dirty="0"/>
          </a:p>
          <a:p>
            <a:pPr algn="r"/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196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B74A-CE19-EC89-3566-99DB48B93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🏘️ </a:t>
            </a:r>
            <a:r>
              <a:rPr lang="en-IN" b="1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D9101-842A-919D-9C59-8027347E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7642"/>
            <a:ext cx="10515600" cy="2269671"/>
          </a:xfrm>
        </p:spPr>
        <p:txBody>
          <a:bodyPr/>
          <a:lstStyle/>
          <a:p>
            <a:r>
              <a:rPr lang="en-US" dirty="0"/>
              <a:t>This dashboard analyzes Airbnb data from </a:t>
            </a:r>
            <a:r>
              <a:rPr lang="en-US" b="1" dirty="0"/>
              <a:t>Chicago</a:t>
            </a:r>
            <a:r>
              <a:rPr lang="en-US" dirty="0"/>
              <a:t> and </a:t>
            </a:r>
            <a:r>
              <a:rPr lang="en-US" b="1" dirty="0"/>
              <a:t>New Orleans</a:t>
            </a:r>
            <a:r>
              <a:rPr lang="en-US" dirty="0"/>
              <a:t>, focusing on </a:t>
            </a:r>
            <a:r>
              <a:rPr lang="en-US" dirty="0" err="1"/>
              <a:t>neighbourhood</a:t>
            </a:r>
            <a:r>
              <a:rPr lang="en-US" dirty="0"/>
              <a:t> performance, property trends, pricing behavior, and host-level dynamics. The dashboard is structured into four key sections for actionable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71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BCB8-3A95-CEFB-EE73-66A0866C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📊 </a:t>
            </a:r>
            <a:r>
              <a:rPr lang="en-IN" b="1" dirty="0"/>
              <a:t>Dashboard Sections &amp;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C242E-C6AF-D058-EB51-9054CCE13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/>
              <a:t>🟢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Listings: 24,000+ across both cities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Avg Price: ₹6,321 per night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Neighbourhood</a:t>
            </a:r>
            <a:r>
              <a:rPr lang="en-US" dirty="0"/>
              <a:t> hotspots identified with top listing volumes and competitive pricing</a:t>
            </a:r>
          </a:p>
          <a:p>
            <a:pPr>
              <a:buNone/>
            </a:pPr>
            <a:r>
              <a:rPr lang="en-US" b="1" dirty="0"/>
              <a:t>🟠 Property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Room Type: Entire home/apartment is the dominant listing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Property Type: Apartments and houses make up the majority of listings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Distribution breakdown available city-wise</a:t>
            </a:r>
          </a:p>
          <a:p>
            <a:pPr>
              <a:buNone/>
            </a:pPr>
            <a:r>
              <a:rPr lang="en-US" b="1" dirty="0"/>
              <a:t>🔵 Pricing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Price variation clearly visualized by </a:t>
            </a:r>
            <a:r>
              <a:rPr lang="en-US" dirty="0" err="1"/>
              <a:t>neighbourhood</a:t>
            </a:r>
            <a:r>
              <a:rPr lang="en-US" dirty="0"/>
              <a:t>, property type, and review volume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Scatter plots and map visuals highlight pricing patterns geographically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Listings with higher review counts tend to be priced competitively</a:t>
            </a:r>
          </a:p>
          <a:p>
            <a:pPr>
              <a:buNone/>
            </a:pPr>
            <a:r>
              <a:rPr lang="en-US" b="1" dirty="0"/>
              <a:t>🟣 Host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Analyzed hosts based on </a:t>
            </a:r>
            <a:r>
              <a:rPr lang="en-US" b="1" dirty="0"/>
              <a:t>number of listings (experience level)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Experienced hosts tend to charge slightly more and receive more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Visuals compare pricing and performance by host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52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53A03-ECD0-AF62-7970-642978D71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🧼 </a:t>
            </a:r>
            <a:r>
              <a:rPr lang="en-IN" b="1" dirty="0"/>
              <a:t>Data Preparation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730558-B246-1CB0-CD6D-7B4A8C3BB8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691255"/>
            <a:ext cx="906209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Datasets merged from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reviews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neighbourhoods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Cleaned and transformed in Power BI (nulls removed, types corrected)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Custom calculated field: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 Listing 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in place of missing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superhost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field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94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C597-9A61-EF7D-CE5A-32856738A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11679"/>
            <a:ext cx="9144000" cy="1498283"/>
          </a:xfrm>
        </p:spPr>
        <p:txBody>
          <a:bodyPr/>
          <a:lstStyle/>
          <a:p>
            <a:r>
              <a:rPr lang="en-IN" dirty="0"/>
              <a:t>🎯 </a:t>
            </a:r>
            <a:r>
              <a:rPr lang="en-IN" b="1" dirty="0"/>
              <a:t>Outcome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34D59-85FA-EFD1-5BB6-FC301CD457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The dashboard 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profitable </a:t>
            </a:r>
            <a:r>
              <a:rPr lang="en-US" dirty="0" err="1"/>
              <a:t>neighbourhoods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customer preferences by room/property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host strategies based on price and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 data-driven investment or operational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2353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258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Arial Unicode MS</vt:lpstr>
      <vt:lpstr>Office Theme</vt:lpstr>
      <vt:lpstr>Airbnb Dashboard Summary </vt:lpstr>
      <vt:lpstr>🏘️ Project Overview</vt:lpstr>
      <vt:lpstr>📊 Dashboard Sections &amp; Insights</vt:lpstr>
      <vt:lpstr>🧼 Data Preparation</vt:lpstr>
      <vt:lpstr>🎯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2025-04-10T17:51:59Z</dcterms:created>
  <dcterms:modified xsi:type="dcterms:W3CDTF">2025-04-10T18:02:34Z</dcterms:modified>
</cp:coreProperties>
</file>